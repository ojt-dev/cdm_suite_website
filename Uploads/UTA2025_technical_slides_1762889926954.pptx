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D85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0"/>
            <a:ext cx="91440" cy="6858000"/>
          </a:xfrm>
          <a:prstGeom prst="rect">
            <a:avLst/>
          </a:prstGeom>
          <a:solidFill>
            <a:srgbClr val="1D2B5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 SUITE LLC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UTA2025 - Autonomous Donor Engagement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- Technical Proposal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371600" y="4572000"/>
            <a:ext cx="54864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1D2B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4709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Solicitation Number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5074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UTA2025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contracts@cdmsuite.com | (862) 272-7623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D852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D85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2B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Proposal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286000" cy="73152"/>
          </a:xfrm>
          <a:prstGeom prst="rect">
            <a:avLst/>
          </a:prstGeom>
          <a:solidFill>
            <a:srgbClr val="ED85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0195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Solicitation Number:* UTA2025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Title:* UTA2025 - Autonomous Donor Engagement Solution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08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By:* University of Texas at Arlington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 Suite LLC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6355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UTA2025 | 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D85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2B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286000" cy="73152"/>
          </a:xfrm>
          <a:prstGeom prst="rect">
            <a:avLst/>
          </a:prstGeom>
          <a:solidFill>
            <a:srgbClr val="ED85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0195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 Suite LLC is pleased to submit this proposal for the University of Texas 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Arlington’s (UTA) solicitation for an Autonomous Donor En...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and Compliant Cloud-Based Platform: Fully hosted solution adhering to SOC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Type II, GDPR, and CCPA standards.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Workflows: Automated segmentation, personalized engagement, 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reporting.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64515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72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Results: Expertise in delivering scalable, impactful solutions to public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private sector organizations.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 Suite LLC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6355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UTA2025 | 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D85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2B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Understanding of Requirements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286000" cy="73152"/>
          </a:xfrm>
          <a:prstGeom prst="rect">
            <a:avLst/>
          </a:prstGeom>
          <a:solidFill>
            <a:srgbClr val="ED85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0195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 Suite fully understands the scope and objectives outlined in the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solicitation. We are confident in our ability to deliver a solution ...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Objectives:*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5643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and qualify a targeted donor pool using AI-driven workflows.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9651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personalized, multi-channel donor communications at scale.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736592"/>
            <a:ext cx="109728" cy="109728"/>
          </a:xfrm>
          <a:prstGeom prst="ellipse">
            <a:avLst/>
          </a:prstGeom>
          <a:solidFill>
            <a:srgbClr val="ED852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63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reporting and analytics on engagement, conversions, and ROI.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 Suite LLC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6355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UTA2025 | Slide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CDM Suite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UTA2025 - Autonomous Donor Engagement Solution - Technical Proposal</dc:title>
  <dc:subject>Proposal for UTA2025</dc:subject>
  <dc:creator>CDM Suite LLC</dc:creator>
  <cp:lastModifiedBy>CDM Suite LLC</cp:lastModifiedBy>
  <cp:revision>1</cp:revision>
  <dcterms:created xsi:type="dcterms:W3CDTF">2025-11-11T19:38:47Z</dcterms:created>
  <dcterms:modified xsi:type="dcterms:W3CDTF">2025-11-11T19:38:47Z</dcterms:modified>
</cp:coreProperties>
</file>